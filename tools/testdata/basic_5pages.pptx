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333333"/>
                </a:solidFill>
              </a:rPr>
              <a:t>第 1 页 — 测试封面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333333"/>
                </a:solidFill>
              </a:rPr>
              <a:t>第 2 页 — 内容示例 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333333"/>
                </a:solidFill>
              </a:rPr>
              <a:t>第 3 页 — 内容示例 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333333"/>
                </a:solidFill>
              </a:rPr>
              <a:t>第 4 页 — 内容示例 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333333"/>
                </a:solidFill>
              </a:rPr>
              <a:t>第 5 页 — 结束页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