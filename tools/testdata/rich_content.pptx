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SCP-cv 系统演示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BBDEFB"/>
                </a:solidFill>
              </a:rPr>
              <a:t>大屏内容播控系统 · 测试演示文稿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12121"/>
                </a:solidFill>
              </a:rPr>
              <a:t>形状与色块测试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572000"/>
            <a:ext cx="2286000" cy="9144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4572000"/>
            <a:ext cx="2286000" cy="9144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4572000"/>
            <a:ext cx="2286000" cy="914400"/>
          </a:xfrm>
          <a:prstGeom prst="rect">
            <a:avLst/>
          </a:prstGeom>
          <a:solidFill>
            <a:srgbClr val="FF7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12121"/>
                </a:solidFill>
              </a:rPr>
              <a:t>系统功能概述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424242"/>
                </a:solidFill>
              </a:rPr>
              <a:t>• PPT 演示文稿的上传、解析与逐页渲染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424242"/>
                </a:solidFill>
              </a:rPr>
              <a:t>• SRT 视频流的接收与全屏播放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424242"/>
                </a:solidFill>
              </a:rPr>
              <a:t>• 单屏与左右拼接双屏显示模式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424242"/>
                </a:solidFill>
              </a:rPr>
              <a:t>• Web 控制台与 gRPC 双通道操控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424242"/>
                </a:solidFill>
              </a:rPr>
              <a:t>• SSE 实时状态同步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