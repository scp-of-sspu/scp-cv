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BCF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 / 20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D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2 / 20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3 / 20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4 / 20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5 / 20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2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6 / 20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F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7 / 20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C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8 / 20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CF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9 / 20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10 / 20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DD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11 / 20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12 / 20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13 / 20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14 / 20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15 / 20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C8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16 / 20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CF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17 / 20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D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18 / 20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DD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19 / 20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E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20 / 20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